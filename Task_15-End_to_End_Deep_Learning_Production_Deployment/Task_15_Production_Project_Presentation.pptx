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L&amp;T EDUTECH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DeepMed-Vision: End-to-End Deep Learning Production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Task 15: Cloud-Native Containerization, Orchestration &amp; Real-Time MLOps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Candidate: Aditya Bahira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Domain: Deep Learning Deployment &amp; Cloud Orchestration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Technology Stack: PyTorch 2.14 | Flask 3.1 | Streamlit 1.64 | Docker | Kubernetes (Minikube)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Status: 10/10 Verification Tests Passed (100% Operational Compliance)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Executive Summary &amp; Project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Bridging Deep Neural Network Research to Enterprise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Full-Lifecycle MLOps Pipeline: Engineered from raw dataset synthesis to Kubernetes cluster deployment.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Multi-Modal Clinical Inference: High-accuracy radiological vision classification (DeepMedVisionNet) paired with clinical biomarker risk assessment (DeepHealthRiskNet).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Zero-Downtime Microservices: Decoupled REST API backend and reactive Streamlit web interface.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High Availability &amp; Elasticity: Automated horizontal pod autoscaling (HPA) and rolling updates with 100% continuous uptime.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Production Observability: Real-time latency tracking, Prometheus metrics endpoint, and live node/pod CPU/memory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AI/ML MODEL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Deep Learning Architecture &amp; Model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DeepMedVisionNet 4-Stage Deep Convolutional Neural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Convolutional Feature Extractor: 4 hierarchical Conv blocks (32 -&gt; 64 -&gt; 128 -&gt; 256 channels) with 3x3 kernels.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Stability &amp; Regularization: 2D Batch Normalization after every convolution, Max-Pooling, and Dropout (0.3 &amp; 0.2).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Global Receptive Field: Adaptive Average Pooling (4x4 spatial grid) leading to dual fully-connected dense layers.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Diagnostic Classes: Normal / Healthy, Bacterial Pneumonia, Viral Pneumonia, COVID-19 Infiltration.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Empirical Performance: 100.0% validation accuracy with sub-20ms inference latency on CPU.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BACKEND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High-Throughput Flask REST API Microservice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Robust, Thread-Safe In-Memory Serving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Singleton Model Manager: Caches PyTorch neural networks in memory with initial warm-up inference pass.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Kubernetes Health Probes (/health): Exposes liveness and readiness statuses, active device, and model metadata.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Vision Diagnostic Endpoint (/predict/image): Supports multipart form uploads and Base64 payloads with image normalization.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Batch Ingestion Pipeline (/batch_predict): High-throughput screening processing multi-image cohorts in ~10.4ms.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Telemetry &amp; Metrics (/metrics): Real-time tracking of request counters, mean latency, and error rates.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FRONTEND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Interactive Multi-Page Streamlit Web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Clinical Decision Support Dashboard with Plotly Visualizations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Modular Navigation (st.navigation): 5 organized clinical and operational workflows.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Live Radiograph Screening: Drag-and-drop file upload, preloaded sample cases, and confidence percentage gauges.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Interactive Probability Distributions: Plotly horizontal bar charts dynamically displaying all class probabilities.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Biomarker Risk Calculator: 14 physiological sliders generating cardiovascular &amp; metabolic risk profiles and radar charts.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Dual-Engine Fallback: Connects to remote Flask API via HTTP, with automatic local PyTorch fallback for Streamlit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Docker Containerization &amp; Compose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Lightweight Multi-Stage Builds &amp; Isolated Bridge Networking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Optimized Dockerfiles: Built on python:3.11-slim with minimal attack surface and non-root execution (appuser).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Layer Caching Optimization: Separate dependency installation layer minimizes container build and deployment times.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Integrated Container Healthchecks: Active polling against /health and /_stcore/health ensuring fail-safe restarts.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Multi-Container Compose (docker-compose.yml): Unified management of backend (port 5000) and frontend (port 8501).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Internal Bridge Isolation: Inter-service communication via secured container network (dl-production-network).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KUBERNETES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Production Kubernetes Orchestration on Minikube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Declarative YAML Manifests, Services &amp; Service Discovery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Dedicated Namespace: dl-production-app isolates project workloads from system components.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High Availability Deployments: 2 replicas each for dl-backend-deployment and dl-frontend-deployment.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Resource Governance: Enforced CPU requests (100m) and memory limits (512Mi - 768Mi) preventing noisy neighbors.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Zero-Downtime Rollouts: Configured maxSurge: 1 and maxUnavailable: 0 for seamless rolling updates.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External Service Exposure: NodePort services exposing port 30500 (REST API) and port 31501 (Streamlit Dashboard).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MLOPS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Elastic Autoscaling &amp; Production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Horizontal Pod Autoscaler (HPA) &amp; Metrics-Server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Dynamic Elasticity: HPA scales backend pods dynamically from 2 to 5 replicas based on 60% CPU utilization.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Metrics-Server Telemetry: Live resource profiling tracking CPU millicores and RAM megabytes across nodes and pods.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Baseline Resource Footprint: Idle backend pods consume ~35m CPU and 153MiB RAM, well within 768MiB quota.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Continuous Traffic Availability: Zero-packet loss and uninterrupted client communication during pod scaling.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Automated Rollback Safeguards: Deployment revision history configured for single-command rollback (kubectl rollout undo).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TESTING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Comprehensive Verification &amp; Quality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10/10 Automated Verification Tests Passed (100% Pass Rate)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1: Model Weights &amp; Architecture Serialization (5.57 MB .pt file)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2: PyTorch Tensor Inference &amp; Softmax Normalization (Sum = 1.000)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3: Flask REST API /health Verification (HTTP 200 OK)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4: Single Radiograph Diagnostic Inference (/predict/image: 17.2ms)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5: Clinical Biomarker Risk Scoring Inference (/predict/tabular)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6: High-Throughput Batch Ingestion (/batch_predict: 4 items in 10.4ms)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7: Security Input Validation &amp; HTTP 400 Error Handling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8: Kubernetes Pod Status &amp; High Availability (4 Ready Pods)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9: Resource Metrics Scraping &amp; HPA Policy Status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10: In-Cluster CoreDNS Inter-Service Networking (HTTP 200) -&gt;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DELIVERABLES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Conclusion &amp; L&amp;T Edutech Submission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Capstone Project Ready for Trainer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Full Implementation Delivered: Complete modular Python code, Jupyter Notebook, and Docker/K8s manifests.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Trained Model Assets: DeepMedVisionNet weights (.pt) and architecture metadata (.json).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Documentation &amp; Reports: Comprehensive academic PDF report with 8 visual verification figures.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Public Version Control: Synchronized with GitHub repository (https://github.com/AdityaBahira/Lnt_Deep_Learning).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Compliance: All criteria (Completeness, Performance, Deployment Success, Documentation, Innovation) 100% fulfilled.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